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Resolvly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Track 1 • Biology &amp; Physical Health • Claude Hackathon 2026</a:t>
            </a:r>
          </a:p>
          <a:p>
            <a:r>
              <a:t>Navigating health insurance denials</a:t>
            </a:r>
          </a:p>
          <a:p>
            <a:r>
              <a:t>A free, AI-powered tool for Indiana patients — and eventually, every American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(by the numbers)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~1 in 5 insured Americans face a denied claim.</a:t>
            </a:r>
          </a:p>
          <a:p>
            <a:pPr>
              <a:defRPr sz="1700"/>
            </a:pPr>
            <a:r>
              <a:t>&lt;1% of denials are ever appealed.</a:t>
            </a:r>
          </a:p>
          <a:p>
            <a:pPr>
              <a:defRPr sz="1700"/>
            </a:pPr>
            <a:r>
              <a:t>99% of patients don’t know they can fight back.</a:t>
            </a:r>
          </a:p>
          <a:p>
            <a:pPr>
              <a:defRPr sz="1700"/>
            </a:pPr>
            <a:r>
              <a:t>Gap: jargon &amp; codes — not lack of caring. Resolvly closes it with plain English +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we’re building for — and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“The person who opens a denial letter at their kitchen table and has no idea what it means or what to do next — facing a bill they shouldn’t owe.”</a:t>
            </a:r>
          </a:p>
          <a:p>
            <a:pPr>
              <a:defRPr sz="1300"/>
            </a:pPr>
            <a:r>
              <a:t>PRIMARY: Uninsured / underinsured Indiana patients with denial letters and no clear next step.</a:t>
            </a:r>
          </a:p>
          <a:p>
            <a:pPr>
              <a:defRPr sz="1300"/>
            </a:pPr>
            <a:r>
              <a:t>SECONDARY: Small medical practices without dedicated billing teams to chase denials.</a:t>
            </a:r>
          </a:p>
          <a:p>
            <a:pPr>
              <a:defRPr sz="1300"/>
            </a:pPr>
            <a:r>
              <a:t>TERTIARY: Patient advocates &amp; social workers helping vulnerable populations navigate insurance.</a:t>
            </a:r>
          </a:p>
          <a:p>
            <a:pPr>
              <a:defRPr sz="1300"/>
            </a:pPr>
            <a:r>
              <a:t>Why it scales: Predictable denial/EOB shapes nationwide + live authoritative lookups (CMS, regs, state DOI).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execution · Purposeful AI → 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Working prototype: upload denial + EOB + bill; plan context → extract → enrich (public sources) → analyze (root cause, deadlines, outputs).</a:t>
            </a:r>
          </a:p>
          <a:p>
            <a:pPr>
              <a:defRPr sz="1400"/>
            </a:pPr>
            <a:r>
              <a:t>AI used purposefully: unstructured text, classification, drafting + rules/structured extraction — assistive, not a single black-box score.</a:t>
            </a:r>
          </a:p>
          <a:p>
            <a:pPr>
              <a:defRPr sz="1400"/>
            </a:pPr>
            <a:r>
              <a:t>Stack: React + FastAPI; session-forward MVP (no long-term PHI warehouse by default).</a:t>
            </a:r>
          </a:p>
          <a:p>
            <a:pPr>
              <a:defRPr sz="1400"/>
            </a:pPr>
            <a:r>
              <a:t>→ Next: live product walkthrough.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 — harms &amp; what we ship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100"/>
            </a:pPr>
            <a:r>
              <a:t>Data: MVP avoids a claims DB; session-based UI; server processes in memory for the request (v1 no PHI-at-rest story).</a:t>
            </a:r>
          </a:p>
          <a:p>
            <a:pPr>
              <a:defRPr sz="1100"/>
            </a:pPr>
            <a:r>
              <a:t>UI: Footer disclaimers on analyze, action plan, bill breakdown, appeal drafting, results — not a law firm; not legal/medical advice.</a:t>
            </a:r>
          </a:p>
          <a:p>
            <a:pPr>
              <a:defRPr sz="1100"/>
            </a:pPr>
            <a:r>
              <a:t>Appeal drafting: “Edit before sending”; recommend attorney/advocate before insurer submission.</a:t>
            </a:r>
          </a:p>
          <a:p>
            <a:pPr>
              <a:defRPr sz="1100"/>
            </a:pPr>
            <a:r>
              <a:t>Transparency: Code/reg enrichment from public sources; assumptions panel + denial completeness where exposed.</a:t>
            </a:r>
          </a:p>
          <a:p>
            <a:pPr>
              <a:defRPr sz="1100"/>
            </a:pPr>
            <a:r>
              <a:t>Autonomy: No auto-filing; user reviews and decides. Three Qs: who for, what could go wrong, help vs decide.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next — Phases 2–3 (weeks 5–12) · V2 adds persistence (e.g. Supabase)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Polish &amp; reach: plain-English for low digital literacy; Spanish first; mobile camera &amp; clipboard upload; WCAG AA.</a:t>
            </a:r>
          </a:p>
          <a:p>
            <a:pPr>
              <a:defRPr sz="1200"/>
            </a:pPr>
            <a:r>
              <a:t>Expand coverage: 50-state deadline logic; DOI complaint/review integration; anonymous denial-trends dataset; provider exports.</a:t>
            </a:r>
          </a:p>
          <a:p>
            <a:pPr>
              <a:defRPr sz="1200"/>
            </a:pPr>
            <a:r>
              <a:t>Sustainable impact: provider-portal / B2B path; advocacy &amp; policy; advocacy org partnerships; HIPAA BAA &amp; grants/nonprofit path when data persists.</a:t>
            </a:r>
          </a:p>
          <a:p>
            <a:pPr>
              <a:defRPr sz="1200"/>
            </a:pPr>
            <a:r>
              <a:t>Impact: help people use appeal rights they already have — access to care &amp; financial health.</a:t>
            </a:r>
          </a:p>
          <a:p>
            <a:pPr>
              <a:defRPr sz="1200"/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